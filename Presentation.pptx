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6/11/relationships/changesInfo" Target="changesInfos/changesInfo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jal Joshi" userId="6e12dce861e6092b" providerId="LiveId" clId="{3EBCEC50-BD71-4807-8511-69106E5C5573}"/>
    <pc:docChg chg="modSld">
      <pc:chgData name="Sujal Joshi" userId="6e12dce861e6092b" providerId="LiveId" clId="{3EBCEC50-BD71-4807-8511-69106E5C5573}" dt="2025-11-24T15:39:39.519" v="62" actId="20577"/>
      <pc:docMkLst>
        <pc:docMk/>
      </pc:docMkLst>
      <pc:sldChg chg="modSp mod">
        <pc:chgData name="Sujal Joshi" userId="6e12dce861e6092b" providerId="LiveId" clId="{3EBCEC50-BD71-4807-8511-69106E5C5573}" dt="2025-11-24T15:39:39.519" v="62" actId="20577"/>
        <pc:sldMkLst>
          <pc:docMk/>
          <pc:sldMk cId="0" sldId="256"/>
        </pc:sldMkLst>
        <pc:spChg chg="mod">
          <ac:chgData name="Sujal Joshi" userId="6e12dce861e6092b" providerId="LiveId" clId="{3EBCEC50-BD71-4807-8511-69106E5C5573}" dt="2025-11-24T15:39:39.519" v="62" actId="20577"/>
          <ac:spMkLst>
            <pc:docMk/>
            <pc:sldMk cId="0" sldId="256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Bus Seat Booking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CSE Python</a:t>
            </a:r>
            <a:r>
              <a:rPr dirty="0"/>
              <a:t> Project</a:t>
            </a:r>
          </a:p>
          <a:p>
            <a:r>
              <a:rPr dirty="0"/>
              <a:t>By </a:t>
            </a:r>
            <a:r>
              <a:rPr lang="en-US" dirty="0"/>
              <a:t>Sujal Joshi</a:t>
            </a:r>
          </a:p>
          <a:p>
            <a:r>
              <a:rPr lang="en-US" dirty="0"/>
              <a:t>Reg No.: 25BCE10284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 simple GUI</a:t>
            </a:r>
            <a:r>
              <a:rPr lang="en-US" dirty="0"/>
              <a:t>-</a:t>
            </a:r>
            <a:r>
              <a:rPr dirty="0"/>
              <a:t>based bus seat booking system made using Python </a:t>
            </a:r>
            <a:r>
              <a:rPr dirty="0" err="1"/>
              <a:t>Tkinter</a:t>
            </a:r>
            <a:r>
              <a:rPr dirty="0"/>
              <a:t>.</a:t>
            </a:r>
          </a:p>
          <a:p>
            <a:r>
              <a:rPr dirty="0"/>
              <a:t>Users can book seats, cancel seats, view stats, and see all bookings.</a:t>
            </a:r>
          </a:p>
          <a:p>
            <a:r>
              <a:rPr dirty="0"/>
              <a:t>Data is saved using JSON so nothing is lost after closing the program.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Build a working graphical seat booking interface</a:t>
            </a:r>
          </a:p>
          <a:p>
            <a:r>
              <a:rPr dirty="0"/>
              <a:t> Let users select seats visually</a:t>
            </a:r>
          </a:p>
          <a:p>
            <a:r>
              <a:rPr dirty="0"/>
              <a:t> Book and cancel seats</a:t>
            </a:r>
          </a:p>
          <a:p>
            <a:r>
              <a:rPr dirty="0"/>
              <a:t> Color</a:t>
            </a:r>
            <a:r>
              <a:rPr lang="en-US" dirty="0"/>
              <a:t>-</a:t>
            </a:r>
            <a:r>
              <a:rPr dirty="0"/>
              <a:t>coded seat availability</a:t>
            </a:r>
          </a:p>
          <a:p>
            <a:r>
              <a:rPr dirty="0"/>
              <a:t> Save and load bookings from JSON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Clickable seat buttons (A1, A2, A3...)</a:t>
            </a:r>
          </a:p>
          <a:p>
            <a:r>
              <a:rPr dirty="0"/>
              <a:t> Book seats using name &amp; phone</a:t>
            </a:r>
          </a:p>
          <a:p>
            <a:r>
              <a:rPr dirty="0"/>
              <a:t> Cancel seat bookings</a:t>
            </a:r>
          </a:p>
          <a:p>
            <a:r>
              <a:rPr dirty="0"/>
              <a:t> View seat statistics (booked/free)</a:t>
            </a:r>
          </a:p>
          <a:p>
            <a:r>
              <a:rPr dirty="0"/>
              <a:t> See all bookings in a separate window</a:t>
            </a:r>
          </a:p>
          <a:p>
            <a:r>
              <a:rPr dirty="0"/>
              <a:t> Data stored in JSON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The system uses three main Python classes</a:t>
            </a:r>
            <a:r>
              <a:rPr lang="en-US" dirty="0"/>
              <a:t>:</a:t>
            </a:r>
            <a:endParaRPr dirty="0"/>
          </a:p>
          <a:p>
            <a:r>
              <a:rPr dirty="0"/>
              <a:t> Seat </a:t>
            </a:r>
            <a:r>
              <a:rPr lang="en-IN" dirty="0"/>
              <a:t>:</a:t>
            </a:r>
            <a:r>
              <a:rPr dirty="0"/>
              <a:t> stores seat info</a:t>
            </a:r>
          </a:p>
          <a:p>
            <a:r>
              <a:rPr dirty="0"/>
              <a:t> Bus </a:t>
            </a:r>
            <a:r>
              <a:rPr lang="en-IN" dirty="0"/>
              <a:t>:</a:t>
            </a:r>
            <a:r>
              <a:rPr dirty="0"/>
              <a:t> manages all seats and booking logic</a:t>
            </a:r>
          </a:p>
          <a:p>
            <a:r>
              <a:rPr dirty="0"/>
              <a:t> App </a:t>
            </a:r>
            <a:r>
              <a:rPr lang="en-IN" dirty="0"/>
              <a:t>:</a:t>
            </a:r>
            <a:r>
              <a:rPr dirty="0"/>
              <a:t> handles all GUI operations</a:t>
            </a:r>
          </a:p>
          <a:p>
            <a:endParaRPr dirty="0"/>
          </a:p>
          <a:p>
            <a:r>
              <a:rPr dirty="0"/>
              <a:t>Seat colors</a:t>
            </a:r>
            <a:r>
              <a:rPr lang="en-US" dirty="0"/>
              <a:t>:</a:t>
            </a:r>
            <a:endParaRPr dirty="0"/>
          </a:p>
          <a:p>
            <a:r>
              <a:rPr dirty="0"/>
              <a:t> Green = free</a:t>
            </a:r>
          </a:p>
          <a:p>
            <a:r>
              <a:rPr dirty="0"/>
              <a:t> Red = booked</a:t>
            </a:r>
          </a:p>
          <a:p>
            <a:r>
              <a:rPr dirty="0"/>
              <a:t> Yellow = selected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Start → Load Data → Display GUI →User selects seat → Book/Cancel/Stats → Save → Exit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Python </a:t>
            </a:r>
            <a:r>
              <a:rPr dirty="0" err="1"/>
              <a:t>Tkinter</a:t>
            </a:r>
            <a:r>
              <a:rPr dirty="0"/>
              <a:t> for GUI</a:t>
            </a:r>
          </a:p>
          <a:p>
            <a:r>
              <a:rPr dirty="0"/>
              <a:t> JSON for saving data</a:t>
            </a:r>
          </a:p>
          <a:p>
            <a:r>
              <a:rPr dirty="0"/>
              <a:t> Buttons arranged using grid layout</a:t>
            </a:r>
          </a:p>
          <a:p>
            <a:r>
              <a:rPr dirty="0"/>
              <a:t> Object</a:t>
            </a:r>
            <a:r>
              <a:rPr lang="en-US" dirty="0"/>
              <a:t>-</a:t>
            </a:r>
            <a:r>
              <a:rPr dirty="0"/>
              <a:t>oriented approach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✓ Booked seats stay after restart</a:t>
            </a:r>
          </a:p>
          <a:p>
            <a:r>
              <a:t>✓ Cannot book already booked seat</a:t>
            </a:r>
          </a:p>
          <a:p>
            <a:r>
              <a:t>✓ Cancel works correctly</a:t>
            </a:r>
          </a:p>
          <a:p>
            <a:r>
              <a:t>✓ Statistics display correctly</a:t>
            </a:r>
          </a:p>
          <a:p>
            <a:r>
              <a:t>✓ Full booking list works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The project works as a basic reservation system with a GUI.</a:t>
            </a:r>
          </a:p>
          <a:p>
            <a:r>
              <a:rPr dirty="0"/>
              <a:t>It helped understand Python GUIs, file handling, and OOP.</a:t>
            </a:r>
          </a:p>
          <a:p>
            <a:r>
              <a:rPr dirty="0"/>
              <a:t>Future improvements</a:t>
            </a:r>
          </a:p>
          <a:p>
            <a:r>
              <a:rPr dirty="0"/>
              <a:t> Multiple buses</a:t>
            </a:r>
          </a:p>
          <a:p>
            <a:r>
              <a:rPr dirty="0"/>
              <a:t> Pricing</a:t>
            </a:r>
          </a:p>
          <a:p>
            <a:r>
              <a:rPr dirty="0"/>
              <a:t> Ticket generation</a:t>
            </a:r>
          </a:p>
          <a:p>
            <a:r>
              <a:rPr dirty="0"/>
              <a:t> Cleaner UI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295</Words>
  <Application>Microsoft Office PowerPoint</Application>
  <PresentationFormat>On-screen Show (4:3)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Bus Seat Booking System</vt:lpstr>
      <vt:lpstr>Introduction</vt:lpstr>
      <vt:lpstr>Project Objectives</vt:lpstr>
      <vt:lpstr>Features</vt:lpstr>
      <vt:lpstr>System Overview</vt:lpstr>
      <vt:lpstr>System Flow</vt:lpstr>
      <vt:lpstr>Implementation Summary</vt:lpstr>
      <vt:lpstr>Testing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Sujal Joshi</dc:creator>
  <cp:keywords/>
  <dc:description>generated using python-pptx</dc:description>
  <cp:lastModifiedBy>Sujal Joshi</cp:lastModifiedBy>
  <cp:revision>2</cp:revision>
  <dcterms:created xsi:type="dcterms:W3CDTF">2013-01-27T09:14:16Z</dcterms:created>
  <dcterms:modified xsi:type="dcterms:W3CDTF">2025-11-24T15:39:43Z</dcterms:modified>
  <cp:category/>
</cp:coreProperties>
</file>